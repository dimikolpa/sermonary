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43d4099f154bcd" /><Relationship Type="http://schemas.openxmlformats.org/officeDocument/2006/relationships/extended-properties" Target="/docProps/app.xml" Id="R1cca853094b34bc7" /><Relationship Type="http://schemas.openxmlformats.org/officeDocument/2006/relationships/officeDocument" Target="/ppt/presentation.xml" Id="R72fa771d76a045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a89a852fc14b21"/>
  </p:sldMasterIdLst>
  <p:notesMasterIdLst>
    <p:notesMasterId xmlns:r="http://schemas.openxmlformats.org/officeDocument/2006/relationships" r:id="R8510dc6bdfa34c40"/>
  </p:notesMasterIdLst>
  <p:sldIdLst>
    <p:sldId xmlns:r="http://schemas.openxmlformats.org/officeDocument/2006/relationships" id="256" r:id="R1c9693844c444a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acd8a75dce4b67" /><Relationship Type="http://schemas.openxmlformats.org/officeDocument/2006/relationships/slideMaster" Target="/ppt/slideMasters/slideMaster1.xml" Id="Rcba89a852fc14b21" /><Relationship Type="http://schemas.openxmlformats.org/officeDocument/2006/relationships/notesMaster" Target="/ppt/notesMasters/notesMaster1.xml" Id="R8510dc6bdfa34c40" /><Relationship Type="http://schemas.openxmlformats.org/officeDocument/2006/relationships/presProps" Target="/ppt/presProps.xml" Id="R599f9e2b3de24446" /><Relationship Type="http://schemas.openxmlformats.org/officeDocument/2006/relationships/tableStyles" Target="/ppt/tableStyles.xml" Id="Rab569f46cde84fe1" /><Relationship Type="http://schemas.openxmlformats.org/officeDocument/2006/relationships/slide" Target="/ppt/slides/slide1.xml" Id="R1c9693844c444a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426ff5e3874d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8ed55965034b54" /><Relationship Type="http://schemas.openxmlformats.org/officeDocument/2006/relationships/notesMaster" Target="/ppt/notesMasters/notesMaster1.xml" Id="R7e3c701b153b4c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61aa1ed454b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e9f04221e843e7" /><Relationship Type="http://schemas.openxmlformats.org/officeDocument/2006/relationships/slideLayout" Target="/ppt/slideLayouts/slideLayout1.xml" Id="Rdab49217fb004a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b49217fb004a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7dd44a5df4103" /><Relationship Type="http://schemas.openxmlformats.org/officeDocument/2006/relationships/notesSlide" Target="/ppt/notesSlides/notesSlide1.xml" Id="R8ec3c19b807c4c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rmonary-template-marker">
            <a:extLst xmlns:a="http://schemas.openxmlformats.org/drawingml/2006/main">
              <a:ext uri="{FF2B5EF4-FFF2-40B4-BE49-F238E27FC236}">
                <a16:creationId xmlns:a16="http://schemas.microsoft.com/office/drawing/2014/main" id="{6936076D-1D0D-4E5E-839B-ECD8AF0D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80094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2026-08-08T10:31:27.9300000Z</dcterms:created>
  <dcterms:modified xsi:type="dcterms:W3CDTF">2026-08-08T10:31:27.9300000Z</dcterms:modified>
</coreProperties>
</file>